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F1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E8EDF5"/>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F5A524"/>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94A3B8"/>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94A3B8"/>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64748B"/>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64748B"/>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F1C"/>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E8EDF5"/>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151E33"/>
          </a:solidFill>
          <a:ln w="12700">
            <a:solidFill>
              <a:srgbClr val="2A3852"/>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64748B"/>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94A3B8"/>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94A3B8"/>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94A3B8"/>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94A3B8"/>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94A3B8"/>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1E2A44"/>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F5A524"/>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E8EDF5"/>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E8EDF5"/>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E8EDF5"/>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F5A524"/>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F1C"/>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E8EDF5"/>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151E33"/>
          </a:solidFill>
          <a:ln w="12700">
            <a:solidFill>
              <a:srgbClr val="2A3852"/>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94A3B8"/>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1E2A44"/>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E8EDF5"/>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F5A524"/>
                </a:solidFill>
                <a:latin typeface="Trebuchet MS" pitchFamily="34" charset="0"/>
                <a:ea typeface="Trebuchet MS" pitchFamily="34" charset="-122"/>
                <a:cs typeface="Trebuchet MS" pitchFamily="34" charset="-120"/>
              </a:rPr>
              <a:t>và ví hiện tại im lặng về phần đó.</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94A3B8"/>
                </a:solidFill>
                <a:latin typeface="Calibri" pitchFamily="34" charset="0"/>
                <a:ea typeface="Calibri" pitchFamily="34" charset="-122"/>
                <a:cs typeface="Calibri" pitchFamily="34" charset="-120"/>
              </a:rPr>
              <a:t>Coinspect từng công bố một ca mô phỏng bỏ lọt lệnh đổi quyền sở hữu. Ví chỉ hiện vế hợp lệ.</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34D399"/>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E8EDF5"/>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0A1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B7185"/>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E8EDF5"/>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FB7185"/>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1E2A44"/>
          </a:solidFill>
          <a:ln w="12700">
            <a:solidFill>
              <a:srgbClr val="FB7185"/>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FB7185"/>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E8EDF5"/>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1E2A44"/>
          </a:solidFill>
          <a:ln w="12700">
            <a:solidFill>
              <a:srgbClr val="FB7185"/>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FB7185"/>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E8EDF5"/>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1E2A44"/>
          </a:solidFill>
          <a:ln w="12700">
            <a:solidFill>
              <a:srgbClr val="FB7185"/>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FB7185"/>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E8EDF5"/>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F1C"/>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E8EDF5"/>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0D1424"/>
          </a:solidFill>
          <a:ln w="12700">
            <a:solidFill>
              <a:srgbClr val="2A3852"/>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34D399"/>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34D399"/>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34D399"/>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34D399"/>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34D399"/>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E8EDF5"/>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64748B"/>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F1C"/>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E8EDF5"/>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151E33"/>
          </a:solidFill>
          <a:ln w="12700">
            <a:solidFill>
              <a:srgbClr val="2A3852"/>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94A3B8"/>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E8EDF5"/>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151E33"/>
          </a:solidFill>
          <a:ln w="12700">
            <a:solidFill>
              <a:srgbClr val="2A3852"/>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FB7185"/>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E8EDF5"/>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1E2A44"/>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F5A524"/>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E8EDF5"/>
                </a:solidFill>
                <a:latin typeface="Calibri" pitchFamily="34" charset="0"/>
                <a:ea typeface="Calibri" pitchFamily="34" charset="-122"/>
                <a:cs typeface="Calibri" pitchFamily="34" charset="-120"/>
              </a:rPr>
              <a:t>Mọi ví và dApp khác không mua được năng lực này nữa</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F5A524"/>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E8EDF5"/>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F1C"/>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E8EDF5"/>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1E2A44"/>
          </a:solidFill>
          <a:ln w="12700">
            <a:solidFill>
              <a:srgbClr val="34D399"/>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34D399"/>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E8EDF5"/>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94A3B8"/>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1E2A44"/>
          </a:solidFill>
          <a:ln w="12700">
            <a:solidFill>
              <a:srgbClr val="34D399"/>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34D399"/>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E8EDF5"/>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94A3B8"/>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151E33"/>
          </a:solidFill>
          <a:ln w="12700">
            <a:solidFill>
              <a:srgbClr val="2A3852"/>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E8EDF5"/>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F1C"/>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E8EDF5"/>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1E2A44"/>
          </a:solidFill>
          <a:ln w="12700">
            <a:solidFill>
              <a:srgbClr val="FB7185"/>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E8EDF5"/>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151E33"/>
          </a:solidFill>
          <a:ln w="12700">
            <a:solidFill>
              <a:srgbClr val="2A3852"/>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34D399"/>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E8EDF5"/>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94A3B8"/>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151E33"/>
          </a:solidFill>
          <a:ln w="12700">
            <a:solidFill>
              <a:srgbClr val="2A3852"/>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9BA8F5"/>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E8EDF5"/>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94A3B8"/>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F5A524"/>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F1C"/>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E8EDF5"/>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151E33"/>
          </a:solidFill>
          <a:ln w="12700">
            <a:solidFill>
              <a:srgbClr val="34D399"/>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34D399"/>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E8EDF5"/>
                </a:solidFill>
                <a:latin typeface="Calibri" pitchFamily="34" charset="0"/>
                <a:ea typeface="Calibri" pitchFamily="34" charset="-122"/>
                <a:cs typeface="Calibri" pitchFamily="34" charset="-120"/>
              </a:rPr>
              <a:t>cáo buộc sai</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64748B"/>
                </a:solidFill>
                <a:latin typeface="Calibri" pitchFamily="34" charset="0"/>
                <a:ea typeface="Calibri" pitchFamily="34" charset="-122"/>
                <a:cs typeface="Calibri" pitchFamily="34" charset="-120"/>
              </a:rPr>
              <a:t>trên 12 giao dịch mainnet ngẫu nhiên</a:t>
            </a:r>
            <a:endParaRPr lang="en-US" sz="1100" dirty="0"/>
          </a:p>
        </p:txBody>
      </p:sp>
      <p:sp>
        <p:nvSpPr>
          <p:cNvPr id="8" name="Shape 6"/>
          <p:cNvSpPr/>
          <p:nvPr/>
        </p:nvSpPr>
        <p:spPr>
          <a:xfrm>
            <a:off x="3516554" y="1874520"/>
            <a:ext cx="2327834" cy="2377440"/>
          </a:xfrm>
          <a:prstGeom prst="roundRect">
            <a:avLst>
              <a:gd name="adj" fmla="val 3535"/>
            </a:avLst>
          </a:prstGeom>
          <a:solidFill>
            <a:srgbClr val="151E33"/>
          </a:solidFill>
          <a:ln w="12700">
            <a:solidFill>
              <a:srgbClr val="2A3852"/>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E8EDF5"/>
                </a:solidFill>
                <a:latin typeface="Trebuchet MS" pitchFamily="34" charset="0"/>
                <a:ea typeface="Trebuchet MS" pitchFamily="34" charset="-122"/>
                <a:cs typeface="Trebuchet MS" pitchFamily="34" charset="-120"/>
              </a:rPr>
              <a:t>242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E8EDF5"/>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64748B"/>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151E33"/>
          </a:solidFill>
          <a:ln w="12700">
            <a:solidFill>
              <a:srgbClr val="2A3852"/>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E8EDF5"/>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E8EDF5"/>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64748B"/>
                </a:solidFill>
                <a:latin typeface="Calibri" pitchFamily="34" charset="0"/>
                <a:ea typeface="Calibri" pitchFamily="34" charset="-122"/>
                <a:cs typeface="Calibri" pitchFamily="34" charset="-120"/>
              </a:rPr>
              <a:t>29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151E33"/>
          </a:solidFill>
          <a:ln w="12700">
            <a:solidFill>
              <a:srgbClr val="2A3852"/>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F5A524"/>
                </a:solidFill>
                <a:latin typeface="Trebuchet MS" pitchFamily="34" charset="0"/>
                <a:ea typeface="Trebuchet MS" pitchFamily="34" charset="-122"/>
                <a:cs typeface="Trebuchet MS" pitchFamily="34" charset="-120"/>
              </a:rPr>
              <a:t>77%</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E8EDF5"/>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64748B"/>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E8EDF5"/>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F5A524"/>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A1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E8EDF5"/>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E8EDF5"/>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F5A524"/>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94A3B8"/>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94A3B8"/>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94A3B8"/>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2026-08-24T16:21:07Z</dcterms:created>
  <dcterms:modified xsi:type="dcterms:W3CDTF">2026-08-24T16:21:07Z</dcterms:modified>
</cp:coreProperties>
</file>