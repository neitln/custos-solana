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và ví hiện tại im lặng về phần đó.</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Ví chỉ hiện vế hợp lệ.</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Mọi ví và dApp khác không mua được năng lực này nữa</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cáo buộc sai</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12 giao dịch mainnet ngẫu nhiên</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242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29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77%</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2026-08-24T16:30:07Z</dcterms:created>
  <dcterms:modified xsi:type="dcterms:W3CDTF">2026-08-24T16:30:07Z</dcterms:modified>
</cp:coreProperties>
</file>