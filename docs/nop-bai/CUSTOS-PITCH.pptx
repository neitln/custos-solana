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mainnet thật.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mainnet thật</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gắn cờ</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mainnet ngẫu nhiên · chưa kiểm chứng từng giao dịch là lành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250</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29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2026-09-03T17:00:41Z</dcterms:created>
  <dcterms:modified xsi:type="dcterms:W3CDTF">2026-09-03T17:00:41Z</dcterms:modified>
</cp:coreProperties>
</file>