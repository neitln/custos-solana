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mainnet thật.
[!] KHÔNG nói một tỉ lệ biên lợi nhuận cụ thể. Chưa tra bảng trọng số credit, chưa đo token, chưa có giá bán — ba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(chưa phỏng vấn người dùng, chưa ví/dApp nào cam kết). Thừa nhận trước thì mất một chút; để giám khảo moi ra thì mất nhiều hơn.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mainnet thật</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gắn cờ</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mainnet ngẫu nhiên · chưa kiểm chứng từng giao dịch là lành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263</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Chưa có: phỏng vấn người dùng, và chưa ví/dApp nào cam kết tích hợp. Chúng em nói thẳng chỗ còn thiếu.</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2026-09-04T03:19:33Z</dcterms:created>
  <dcterms:modified xsi:type="dcterms:W3CDTF">2026-09-04T03:19:33Z</dcterms:modified>
</cp:coreProperties>
</file>