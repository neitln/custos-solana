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DỮ LIỆU GIAO DỊCH THÔ</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Ví lớn nhất Solana đã trả tiền cho đúng năng lực này</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Blockaid vẫn bán cho ví khác. Chỗ trống là của Blowfish, không phải cả thị trường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500" i="1" dirty="0">
                <a:solidFill>
                  <a:srgbClr val="B45309"/>
                </a:solidFill>
                <a:latin typeface="Calibri" pitchFamily="34" charset="0"/>
                <a:ea typeface="Calibri" pitchFamily="34" charset="-122"/>
                <a:cs typeface="Calibri" pitchFamily="34" charset="-120"/>
              </a:rPr>
              <a:t>Đọc được hai cách: thị trường có thật, hoặc năng lực này bị mua về làm nội bộ. Cả hai đều chưa nói ai sẽ trả tiền cho Custos.</a:t>
            </a:r>
            <a:endParaRPr lang="en-US" sz="15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đầu ra — mặc định trong cấu hình đo</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bên tích hợp nâng được · chưa tính token đầu vào</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458</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38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2026-09-08T17:59:23Z</dcterms:created>
  <dcterms:modified xsi:type="dcterms:W3CDTF">2026-09-08T17:59:23Z</dcterms:modified>
</cp:coreProperties>
</file>